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7" r:id="rId4"/>
    <p:sldId id="296" r:id="rId5"/>
    <p:sldId id="258" r:id="rId6"/>
    <p:sldId id="259" r:id="rId7"/>
    <p:sldId id="260" r:id="rId8"/>
    <p:sldId id="262" r:id="rId9"/>
    <p:sldId id="288" r:id="rId10"/>
    <p:sldId id="289" r:id="rId11"/>
    <p:sldId id="290" r:id="rId12"/>
    <p:sldId id="264" r:id="rId13"/>
    <p:sldId id="299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5E5FE-84ED-ACFD-11D5-DB335521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293BC13-6A05-166B-D53B-867A556C0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EB1813C-41FF-41EB-9E70-963C7F90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520CB0F-1EA0-1B8D-7785-D3AD78D5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51B9770-6564-CD4C-CD42-E7FC7FCB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64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32070-7987-F9E5-0AC8-31679294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863A45-DDDF-25F7-9C7C-0910E9F5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A17B5DE-86F4-A5BE-C371-A42792E7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75EBD08-64BF-D26E-B8A4-04297883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7B578DF-D1B9-1FFE-5E74-6DD206AF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192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30AEC-7E57-ED14-2B5F-CAEF2486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3F0314E-4A18-99BE-CDEB-04774891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E8CBD7-6A65-0057-F8CA-0B9C9653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4B41853-A6CF-9C7F-3EE5-6A1DC3E3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79F01D4-C3F3-24F2-1AA9-F43D4BDE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375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77940-9A87-0893-EFD7-90627C30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FB75C95-FA0C-BA6B-CFF4-135362887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F0AAA07-2F10-0E49-4568-17DDB78EE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797421-B3A1-9C81-9CA3-C8AE955F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5E6E98-4228-B4ED-6EA9-9B7A06FF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A472E7-42B2-4F09-4646-90B0190B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4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3EC29-48DF-138A-F4A9-BF346FD9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8E1CC5-6625-6B7D-2747-0EAA53F4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5FA1643-B831-E44A-EF7F-5C452ECED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271ADB9-3279-E42B-2AC4-CCF131EE7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0BA816A-AF19-365B-55E6-B115B0739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A5283AD-437E-97ED-AA16-42E5E9C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59211F-E40E-304B-5405-FACC7B71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109AEF6-AFC4-6720-ADA6-EBFD25A6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352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210BE-5755-B017-5A04-25F33C85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E091914-62A6-78F6-D297-7EEC4E35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5AA8348-7679-6E5A-A944-FEC43AFB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F654449-5651-C45A-BF9D-B9AB4B13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542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D9DD4E9-2260-3A62-5EF5-6163E047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E7EA9B6-B9D9-35D3-F9C3-F6304D73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C043E2A-8C71-89DF-2BA5-B1A90D2A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821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E439F-AEF6-9F1C-ED4F-B018C09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8F5DAE-717C-5821-DD2E-18AF23EB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F9D7320-D045-974D-0F52-07163ECD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6485C5D-FD92-A945-7E62-42CFEA44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FC8F20A-7E9B-49D4-3503-D463861D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583600F-E72C-C169-17C1-6305F98C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149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F1E56-57A2-F593-8412-DC41A072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4BC7C459-6D41-7D87-DAF7-BB1438656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EE1BB55-BEBE-0EA2-8542-DC58C3EE2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0B76934-52EB-9C92-0C07-7F27CC3F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71F3BD4-EED7-4993-1EB0-A282E29B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71CCB87-2F9D-0BD9-2300-859A5BE7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57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FC060-FA3A-C9A5-FBE2-39B7E1D2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25B39D-8D35-038F-6B64-D7B02EF36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3E474ED-F555-8EC5-0BAB-E95BE9C1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879DBFF-8DA1-1B59-92D7-E6C49CD6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FA9DC-BC87-F4AB-4CFF-647DF312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05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671A3D3-CD11-13DD-DD66-22BACFC69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52F8B09-A680-5E16-86B0-DD2F32F65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1DF2931-6EE0-79AC-90C8-5FC9A578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619FA6A-D10E-52A3-C2F7-2F54DC14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61F40E-4084-EA60-A869-7A186908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862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7B3B677-B640-3030-0F34-562A186F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B7CCDCA-C5D3-2D16-09DE-E9426ED7D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63C741-AC44-06FA-EF09-596D2E0F1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1ED84-EFBF-424E-91FC-6D43C27A5285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310538-3EC4-6147-1132-F935C0AC9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62861AA-0F1C-E3A2-C5B7-C00D2F24E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02048-6709-407D-9A4A-06354D2FD4A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206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simply.com/dk" TargetMode="External"/><Relationship Id="rId2" Type="http://schemas.openxmlformats.org/officeDocument/2006/relationships/hyperlink" Target="simply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2B7F6-C911-9E26-867C-2DA57FD2F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3832" y="1224417"/>
            <a:ext cx="8564335" cy="2387600"/>
          </a:xfrm>
        </p:spPr>
        <p:txBody>
          <a:bodyPr/>
          <a:lstStyle/>
          <a:p>
            <a:r>
              <a:rPr lang="en-US"/>
              <a:t>Database-hosting </a:t>
            </a:r>
            <a:r>
              <a:rPr lang="en-US" dirty="0"/>
              <a:t>med </a:t>
            </a:r>
            <a:r>
              <a:rPr lang="en-US" b="1" dirty="0"/>
              <a:t>Simply.com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32149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Web-hosting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>
                <a:hlinkClick r:id="rId2" action="ppaction://hlinkfile"/>
              </a:rPr>
              <a:t>simply.com</a:t>
            </a:r>
            <a:r>
              <a:rPr lang="en-US" dirty="0"/>
              <a:t> (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sendt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>
                <a:hlinkClick r:id="rId3" action="ppaction://hlinkfile"/>
              </a:rPr>
              <a:t>simply.com/dk</a:t>
            </a:r>
            <a:r>
              <a:rPr lang="en-US" dirty="0"/>
              <a:t>)</a:t>
            </a:r>
          </a:p>
          <a:p>
            <a:r>
              <a:rPr lang="en-US" b="1" dirty="0" err="1"/>
              <a:t>Produkt</a:t>
            </a:r>
            <a:r>
              <a:rPr lang="en-US" dirty="0"/>
              <a:t>: </a:t>
            </a:r>
            <a:r>
              <a:rPr lang="fr-FR" i="1" dirty="0"/>
              <a:t>Standard Suite </a:t>
            </a:r>
            <a:r>
              <a:rPr lang="fr-FR" dirty="0"/>
              <a:t>(ASP / ASP.</a:t>
            </a:r>
            <a:r>
              <a:rPr lang="fr-FR"/>
              <a:t>NET)</a:t>
            </a:r>
          </a:p>
          <a:p>
            <a:r>
              <a:rPr lang="fr-FR" b="1"/>
              <a:t>NB</a:t>
            </a:r>
            <a:r>
              <a:rPr lang="fr-FR"/>
              <a:t>: </a:t>
            </a:r>
            <a:r>
              <a:rPr lang="fr-FR" i="1"/>
              <a:t>Basic Suite </a:t>
            </a:r>
            <a:r>
              <a:rPr lang="fr-FR"/>
              <a:t>er </a:t>
            </a:r>
            <a:r>
              <a:rPr lang="fr-FR" u="sng"/>
              <a:t>ikke</a:t>
            </a:r>
            <a:r>
              <a:rPr lang="fr-FR"/>
              <a:t> nok!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993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FDDB0-C6DD-B5D0-6A14-911B88D1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7578EA-63FA-BFC5-8B8C-D83AB7402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/>
              <a:t>Pris</a:t>
            </a:r>
            <a:r>
              <a:rPr lang="fr-FR"/>
              <a:t>: knap 600 kr for 3 år</a:t>
            </a:r>
            <a:r>
              <a:rPr lang="fr-FR" dirty="0"/>
              <a:t>, </a:t>
            </a:r>
            <a:r>
              <a:rPr lang="fr-FR"/>
              <a:t>med rabatkode </a:t>
            </a:r>
            <a:r>
              <a:rPr lang="fr-FR" b="1"/>
              <a:t>ZEALAND_2025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bruge rabatkode!! (giver 75 % rabat)</a:t>
            </a:r>
          </a:p>
          <a:p>
            <a:pPr lvl="1"/>
            <a:r>
              <a:rPr lang="fr-FR" b="1"/>
              <a:t>NB</a:t>
            </a:r>
            <a:r>
              <a:rPr lang="fr-FR"/>
              <a:t>: </a:t>
            </a:r>
            <a:r>
              <a:rPr lang="fr-FR" u="sng"/>
              <a:t>Husk</a:t>
            </a:r>
            <a:r>
              <a:rPr lang="fr-FR"/>
              <a:t> at bestille for 36 måneder!</a:t>
            </a:r>
            <a:endParaRPr lang="fr-FR" b="1"/>
          </a:p>
          <a:p>
            <a:r>
              <a:rPr lang="fr-FR" b="1"/>
              <a:t>Eller</a:t>
            </a:r>
            <a:r>
              <a:rPr lang="fr-FR"/>
              <a:t>: 5 kr/md</a:t>
            </a:r>
            <a:r>
              <a:rPr lang="fr-FR" b="1"/>
              <a:t> </a:t>
            </a:r>
            <a:r>
              <a:rPr lang="fr-FR"/>
              <a:t>ved almindeligt sign-up, MEN kun de første 12 måneder! Derefter 112 kr pr måned!</a:t>
            </a:r>
            <a:endParaRPr lang="fr-FR" dirty="0"/>
          </a:p>
          <a:p>
            <a:r>
              <a:rPr lang="da-DK"/>
              <a:t>”</a:t>
            </a:r>
            <a:r>
              <a:rPr lang="da-DK" dirty="0"/>
              <a:t>Kom nemt i </a:t>
            </a:r>
            <a:r>
              <a:rPr lang="da-DK" dirty="0" err="1"/>
              <a:t>gang”-side</a:t>
            </a:r>
            <a:r>
              <a:rPr lang="da-DK" dirty="0"/>
              <a:t> er god til overblik</a:t>
            </a:r>
          </a:p>
        </p:txBody>
      </p:sp>
    </p:spTree>
    <p:extLst>
      <p:ext uri="{BB962C8B-B14F-4D97-AF65-F5344CB8AC3E}">
        <p14:creationId xmlns:p14="http://schemas.microsoft.com/office/powerpoint/2010/main" val="27103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ACBF5BD-AB95-4F59-8F3F-E81C4394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216" y="0"/>
            <a:ext cx="7879568" cy="6858000"/>
          </a:xfrm>
          <a:prstGeom prst="rect">
            <a:avLst/>
          </a:prstGeom>
        </p:spPr>
      </p:pic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E813537A-21D1-4F54-87E7-6AA03F6BFD4B}"/>
              </a:ext>
            </a:extLst>
          </p:cNvPr>
          <p:cNvSpPr/>
          <p:nvPr/>
        </p:nvSpPr>
        <p:spPr>
          <a:xfrm>
            <a:off x="5451566" y="5251269"/>
            <a:ext cx="1815737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1DE40482-5E74-4F0A-B26E-07CCBA295B46}"/>
              </a:ext>
            </a:extLst>
          </p:cNvPr>
          <p:cNvSpPr/>
          <p:nvPr/>
        </p:nvSpPr>
        <p:spPr>
          <a:xfrm>
            <a:off x="2394857" y="56605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AA8A26A6-4C70-45DF-88BA-FE832EC823E3}"/>
              </a:ext>
            </a:extLst>
          </p:cNvPr>
          <p:cNvSpPr/>
          <p:nvPr/>
        </p:nvSpPr>
        <p:spPr>
          <a:xfrm>
            <a:off x="2394857" y="5965371"/>
            <a:ext cx="1584960" cy="2394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DF39A03C-27A6-4375-9691-CB2BB40D4B35}"/>
              </a:ext>
            </a:extLst>
          </p:cNvPr>
          <p:cNvSpPr/>
          <p:nvPr/>
        </p:nvSpPr>
        <p:spPr>
          <a:xfrm>
            <a:off x="7424058" y="3500846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D4E899FF-D4B5-4660-8C27-6F56D1DD8428}"/>
              </a:ext>
            </a:extLst>
          </p:cNvPr>
          <p:cNvSpPr/>
          <p:nvPr/>
        </p:nvSpPr>
        <p:spPr>
          <a:xfrm>
            <a:off x="7424058" y="2730137"/>
            <a:ext cx="2573382" cy="34834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13DABEFF-7197-4E57-969C-025BB6B3C659}"/>
              </a:ext>
            </a:extLst>
          </p:cNvPr>
          <p:cNvSpPr/>
          <p:nvPr/>
        </p:nvSpPr>
        <p:spPr>
          <a:xfrm>
            <a:off x="3979817" y="1010194"/>
            <a:ext cx="1933304" cy="54428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997B79DC-654D-4D13-8C39-334D900515AE}"/>
              </a:ext>
            </a:extLst>
          </p:cNvPr>
          <p:cNvSpPr/>
          <p:nvPr/>
        </p:nvSpPr>
        <p:spPr>
          <a:xfrm>
            <a:off x="3657598" y="653143"/>
            <a:ext cx="1410791" cy="25254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950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7E7CF05-E9DA-930D-372F-056425BE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" y="734780"/>
            <a:ext cx="10955383" cy="4849724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928F32D-29B8-CCCB-6029-1F0569E80EA1}"/>
              </a:ext>
            </a:extLst>
          </p:cNvPr>
          <p:cNvSpPr/>
          <p:nvPr/>
        </p:nvSpPr>
        <p:spPr>
          <a:xfrm>
            <a:off x="1485900" y="926645"/>
            <a:ext cx="2711631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8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00A7F-AC10-2C0F-BC96-F0C63344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SQL Database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B106FD-1E9F-1125-0A43-8E1341E6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Standard Suite </a:t>
            </a:r>
            <a:r>
              <a:rPr lang="en-US" dirty="0"/>
              <a:t>giver </a:t>
            </a:r>
            <a:r>
              <a:rPr lang="en-US" dirty="0" err="1"/>
              <a:t>mulighed</a:t>
            </a:r>
            <a:r>
              <a:rPr lang="en-US" dirty="0"/>
              <a:t> for at </a:t>
            </a:r>
            <a:r>
              <a:rPr lang="en-US" dirty="0" err="1"/>
              <a:t>oprette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i="1" dirty="0"/>
              <a:t>MS SQL </a:t>
            </a:r>
            <a:r>
              <a:rPr lang="en-US" dirty="0"/>
              <a:t>database…</a:t>
            </a:r>
          </a:p>
          <a:p>
            <a:r>
              <a:rPr lang="en-US" dirty="0"/>
              <a:t>…men her </a:t>
            </a:r>
            <a:r>
              <a:rPr lang="en-US" dirty="0" err="1"/>
              <a:t>kan</a:t>
            </a:r>
            <a:r>
              <a:rPr lang="en-US" dirty="0"/>
              <a:t> man lave </a:t>
            </a:r>
            <a:r>
              <a:rPr lang="en-US" dirty="0" err="1"/>
              <a:t>så</a:t>
            </a:r>
            <a:r>
              <a:rPr lang="en-US" dirty="0"/>
              <a:t> mange </a:t>
            </a:r>
            <a:r>
              <a:rPr lang="en-US" dirty="0" err="1"/>
              <a:t>tabeller</a:t>
            </a:r>
            <a:r>
              <a:rPr lang="en-US" dirty="0"/>
              <a:t> man </a:t>
            </a:r>
            <a:r>
              <a:rPr lang="en-US" dirty="0" err="1"/>
              <a:t>vil</a:t>
            </a:r>
            <a:endParaRPr lang="en-US" dirty="0"/>
          </a:p>
          <a:p>
            <a:r>
              <a:rPr lang="en-US" b="1" dirty="0"/>
              <a:t>NB</a:t>
            </a:r>
            <a:r>
              <a:rPr lang="en-US" dirty="0"/>
              <a:t>: Ingen </a:t>
            </a:r>
            <a:r>
              <a:rPr lang="en-US" dirty="0" err="1"/>
              <a:t>værktøjer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arbejde</a:t>
            </a:r>
            <a:r>
              <a:rPr lang="en-US" dirty="0"/>
              <a:t> med </a:t>
            </a:r>
            <a:r>
              <a:rPr lang="en-US" i="1" dirty="0"/>
              <a:t>MS </a:t>
            </a:r>
            <a:r>
              <a:rPr lang="en-US" i="1"/>
              <a:t>SQL </a:t>
            </a:r>
            <a:r>
              <a:rPr lang="en-US"/>
              <a:t>database!</a:t>
            </a:r>
            <a:endParaRPr lang="en-US" dirty="0"/>
          </a:p>
          <a:p>
            <a:r>
              <a:rPr lang="en-US" dirty="0" err="1"/>
              <a:t>Forbind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database via </a:t>
            </a:r>
            <a:r>
              <a:rPr lang="en-US" i="1" dirty="0"/>
              <a:t>Management Studio </a:t>
            </a:r>
            <a:r>
              <a:rPr lang="en-US" dirty="0" err="1"/>
              <a:t>og</a:t>
            </a:r>
            <a:r>
              <a:rPr lang="en-US" dirty="0"/>
              <a:t>/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i="1" dirty="0"/>
              <a:t>Visual Studio</a:t>
            </a:r>
          </a:p>
          <a:p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først</a:t>
            </a:r>
            <a:r>
              <a:rPr lang="en-US" dirty="0"/>
              <a:t> man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forbundet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databasen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b="1" i="1" dirty="0"/>
              <a:t>Simply</a:t>
            </a:r>
            <a:r>
              <a:rPr lang="en-US" dirty="0"/>
              <a:t>, er alt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8468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AB5181D-5B3D-7714-0ED2-4E5A72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7" y="873269"/>
            <a:ext cx="10802983" cy="368706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2732505-AB41-C80C-4796-95B752061591}"/>
              </a:ext>
            </a:extLst>
          </p:cNvPr>
          <p:cNvSpPr/>
          <p:nvPr/>
        </p:nvSpPr>
        <p:spPr>
          <a:xfrm>
            <a:off x="1014547" y="4258421"/>
            <a:ext cx="788127" cy="3468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6038930-54E4-9979-01D5-A8E5F4206500}"/>
              </a:ext>
            </a:extLst>
          </p:cNvPr>
          <p:cNvSpPr/>
          <p:nvPr/>
        </p:nvSpPr>
        <p:spPr>
          <a:xfrm>
            <a:off x="4232364" y="2233678"/>
            <a:ext cx="7419705" cy="10189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58F7657-7ED8-356B-A915-278A4DB6E73B}"/>
              </a:ext>
            </a:extLst>
          </p:cNvPr>
          <p:cNvSpPr/>
          <p:nvPr/>
        </p:nvSpPr>
        <p:spPr>
          <a:xfrm>
            <a:off x="4232364" y="1506583"/>
            <a:ext cx="1754779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05B49B4-3A8F-4607-59AD-26C692A201AF}"/>
              </a:ext>
            </a:extLst>
          </p:cNvPr>
          <p:cNvSpPr/>
          <p:nvPr/>
        </p:nvSpPr>
        <p:spPr>
          <a:xfrm>
            <a:off x="8804366" y="1506582"/>
            <a:ext cx="1049383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34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219C08DB-B130-A511-2107-42FACA25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458818"/>
            <a:ext cx="10196604" cy="594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0533BA3-227A-D7F9-BD6F-4B5FCF68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77" y="953724"/>
            <a:ext cx="10344150" cy="401002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6B049371-6A7A-A311-57F2-B0E27B5DE67E}"/>
              </a:ext>
            </a:extLst>
          </p:cNvPr>
          <p:cNvSpPr/>
          <p:nvPr/>
        </p:nvSpPr>
        <p:spPr>
          <a:xfrm>
            <a:off x="2704012" y="2921725"/>
            <a:ext cx="2786742" cy="3526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360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3BF1E498-7CE7-849F-4DFD-F061974D5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42" y="426720"/>
            <a:ext cx="4603654" cy="561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7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D0C0A8C-79FC-77EA-1563-D2D986FE0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27" y="557347"/>
            <a:ext cx="4257220" cy="519030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37" y="1273069"/>
            <a:ext cx="6978041" cy="4065285"/>
          </a:xfrm>
          <a:prstGeom prst="rect">
            <a:avLst/>
          </a:prstGeom>
        </p:spPr>
      </p:pic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A7770950-6768-C2E8-005B-3EB79568C4E3}"/>
              </a:ext>
            </a:extLst>
          </p:cNvPr>
          <p:cNvCxnSpPr>
            <a:cxnSpLocks/>
          </p:cNvCxnSpPr>
          <p:nvPr/>
        </p:nvCxnSpPr>
        <p:spPr>
          <a:xfrm flipV="1">
            <a:off x="4440420" y="3296194"/>
            <a:ext cx="4842917" cy="7707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DC72BAC-D19B-9710-8B94-82FBE96FE980}"/>
              </a:ext>
            </a:extLst>
          </p:cNvPr>
          <p:cNvCxnSpPr>
            <a:cxnSpLocks/>
          </p:cNvCxnSpPr>
          <p:nvPr/>
        </p:nvCxnSpPr>
        <p:spPr>
          <a:xfrm flipV="1">
            <a:off x="4306389" y="3766457"/>
            <a:ext cx="4976948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9344CC1F-1C21-C721-9B5B-4B422A0408AA}"/>
              </a:ext>
            </a:extLst>
          </p:cNvPr>
          <p:cNvCxnSpPr>
            <a:cxnSpLocks/>
          </p:cNvCxnSpPr>
          <p:nvPr/>
        </p:nvCxnSpPr>
        <p:spPr>
          <a:xfrm flipV="1">
            <a:off x="4563292" y="4034246"/>
            <a:ext cx="4720045" cy="8186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 15">
            <a:extLst>
              <a:ext uri="{FF2B5EF4-FFF2-40B4-BE49-F238E27FC236}">
                <a16:creationId xmlns:a16="http://schemas.microsoft.com/office/drawing/2014/main" id="{E820D03E-AABB-6CF1-1714-E9B1488CA53F}"/>
              </a:ext>
            </a:extLst>
          </p:cNvPr>
          <p:cNvSpPr/>
          <p:nvPr/>
        </p:nvSpPr>
        <p:spPr>
          <a:xfrm>
            <a:off x="9283337" y="4852852"/>
            <a:ext cx="2516778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A042E598-A7D6-AB42-42C8-6BED313E9B54}"/>
              </a:ext>
            </a:extLst>
          </p:cNvPr>
          <p:cNvSpPr/>
          <p:nvPr/>
        </p:nvSpPr>
        <p:spPr>
          <a:xfrm>
            <a:off x="9283337" y="4130037"/>
            <a:ext cx="1219200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9067F0A6-0F2B-15BB-A5C2-73584851AFDF}"/>
              </a:ext>
            </a:extLst>
          </p:cNvPr>
          <p:cNvSpPr/>
          <p:nvPr/>
        </p:nvSpPr>
        <p:spPr>
          <a:xfrm>
            <a:off x="9266236" y="3405050"/>
            <a:ext cx="1486127" cy="2677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077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6655CFCD-B37B-F2DD-C665-9F92D546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11" y="156754"/>
            <a:ext cx="4941168" cy="661416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2DCE434B-6F3C-6FC4-5FA9-EB3466E71056}"/>
              </a:ext>
            </a:extLst>
          </p:cNvPr>
          <p:cNvSpPr/>
          <p:nvPr/>
        </p:nvSpPr>
        <p:spPr>
          <a:xfrm>
            <a:off x="3770811" y="1234441"/>
            <a:ext cx="4586768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C7F60AA-7BC5-BF0D-E3A7-32A736F188E9}"/>
              </a:ext>
            </a:extLst>
          </p:cNvPr>
          <p:cNvSpPr/>
          <p:nvPr/>
        </p:nvSpPr>
        <p:spPr>
          <a:xfrm>
            <a:off x="4571999" y="1935481"/>
            <a:ext cx="2329544" cy="2982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880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7E7C5F87-DDDA-4E88-8E79-18528116A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342" y="1231760"/>
            <a:ext cx="6021266" cy="2473189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BE9E2CA-EA92-047D-D2E2-F6A9B372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6" y="324023"/>
            <a:ext cx="5627369" cy="3278407"/>
          </a:xfrm>
          <a:prstGeom prst="rect">
            <a:avLst/>
          </a:prstGeom>
        </p:spPr>
      </p:pic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171871A6-8312-4399-9E08-C20704ACB823}"/>
              </a:ext>
            </a:extLst>
          </p:cNvPr>
          <p:cNvCxnSpPr>
            <a:cxnSpLocks/>
          </p:cNvCxnSpPr>
          <p:nvPr/>
        </p:nvCxnSpPr>
        <p:spPr>
          <a:xfrm>
            <a:off x="3678011" y="2555422"/>
            <a:ext cx="4259852" cy="0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96ECD88C-2DEE-49AA-8ADE-47DE3B09B6B8}"/>
              </a:ext>
            </a:extLst>
          </p:cNvPr>
          <p:cNvCxnSpPr>
            <a:cxnSpLocks/>
          </p:cNvCxnSpPr>
          <p:nvPr/>
        </p:nvCxnSpPr>
        <p:spPr>
          <a:xfrm flipV="1">
            <a:off x="3348446" y="2555422"/>
            <a:ext cx="6252754" cy="24873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DAAEC37C-158C-4486-A769-64A5F2AE703B}"/>
              </a:ext>
            </a:extLst>
          </p:cNvPr>
          <p:cNvCxnSpPr>
            <a:cxnSpLocks/>
          </p:cNvCxnSpPr>
          <p:nvPr/>
        </p:nvCxnSpPr>
        <p:spPr>
          <a:xfrm flipV="1">
            <a:off x="3548743" y="2769326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30450470-F8E8-4455-96A6-D0033334C6F8}"/>
              </a:ext>
            </a:extLst>
          </p:cNvPr>
          <p:cNvCxnSpPr>
            <a:cxnSpLocks/>
          </p:cNvCxnSpPr>
          <p:nvPr/>
        </p:nvCxnSpPr>
        <p:spPr>
          <a:xfrm flipV="1">
            <a:off x="4145280" y="2925804"/>
            <a:ext cx="4140926" cy="230778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Billede 30">
            <a:extLst>
              <a:ext uri="{FF2B5EF4-FFF2-40B4-BE49-F238E27FC236}">
                <a16:creationId xmlns:a16="http://schemas.microsoft.com/office/drawing/2014/main" id="{E6F18FF5-F670-47CE-928C-83798007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16" y="3958267"/>
            <a:ext cx="6148251" cy="1657109"/>
          </a:xfrm>
          <a:prstGeom prst="rect">
            <a:avLst/>
          </a:prstGeom>
        </p:spPr>
      </p:pic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A72AACD1-5B52-4F63-8ACC-96470260D10B}"/>
              </a:ext>
            </a:extLst>
          </p:cNvPr>
          <p:cNvCxnSpPr>
            <a:cxnSpLocks/>
          </p:cNvCxnSpPr>
          <p:nvPr/>
        </p:nvCxnSpPr>
        <p:spPr>
          <a:xfrm flipV="1">
            <a:off x="1859280" y="3156582"/>
            <a:ext cx="7302137" cy="2220962"/>
          </a:xfrm>
          <a:prstGeom prst="straightConnector1">
            <a:avLst/>
          </a:prstGeom>
          <a:ln w="38100">
            <a:solidFill>
              <a:srgbClr val="00B050">
                <a:alpha val="4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2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179</Words>
  <Application>Microsoft Office PowerPoint</Application>
  <PresentationFormat>Widescreen</PresentationFormat>
  <Paragraphs>17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Office-tema</vt:lpstr>
      <vt:lpstr>Database-hosting med Simply.com</vt:lpstr>
      <vt:lpstr>Hvor?</vt:lpstr>
      <vt:lpstr>Hvor?</vt:lpstr>
      <vt:lpstr>PowerPoint-præsentation</vt:lpstr>
      <vt:lpstr>PowerPoint-præsentation</vt:lpstr>
      <vt:lpstr>MS SQL Database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Web-hosting med Simply.com</dc:title>
  <dc:creator>per</dc:creator>
  <cp:lastModifiedBy>Per Storgård Laursen</cp:lastModifiedBy>
  <cp:revision>36</cp:revision>
  <dcterms:created xsi:type="dcterms:W3CDTF">2023-04-22T09:49:34Z</dcterms:created>
  <dcterms:modified xsi:type="dcterms:W3CDTF">2025-03-24T12:25:06Z</dcterms:modified>
</cp:coreProperties>
</file>