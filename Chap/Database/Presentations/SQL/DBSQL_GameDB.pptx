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413" r:id="rId3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00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Ingen typografi, tabelgit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llemlayou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12C8C85-51F0-491E-9774-3900AFEF0FD7}" styleName="Lyst layout 2 - Markering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Mellemlayout 2 - Markering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2833802-FEF1-4C79-8D5D-14CF1EAF98D9}" styleName="Lyst layout 2 - Markering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yst layou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A111915-BE36-4E01-A7E5-04B1672EAD32}" styleName="Lyst layout 2 - Markering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85" d="100"/>
          <a:sy n="85" d="100"/>
        </p:scale>
        <p:origin x="45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06-03-2025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99083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06-03-2025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2300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06-03-2025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53966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06-03-2025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22946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06-03-2025</a:t>
            </a:fld>
            <a:endParaRPr lang="da-DK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98004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06-03-2025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47017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06-03-2025</a:t>
            </a:fld>
            <a:endParaRPr lang="da-DK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17531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06-03-2025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03729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06-03-2025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87932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06-03-2025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30215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06-03-2025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26370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5B7D8E-2A20-4C0E-991C-872DBB7459A8}" type="datetimeFigureOut">
              <a:rPr lang="da-DK" smtClean="0"/>
              <a:t>06-03-2025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3729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106074" y="785005"/>
            <a:ext cx="9144000" cy="4659832"/>
          </a:xfrm>
        </p:spPr>
        <p:txBody>
          <a:bodyPr>
            <a:normAutofit/>
          </a:bodyPr>
          <a:lstStyle/>
          <a:p>
            <a:r>
              <a:rPr lang="da-DK" sz="9600" b="1"/>
              <a:t>GameDB</a:t>
            </a:r>
            <a:br>
              <a:rPr lang="da-DK" sz="9600" b="1"/>
            </a:br>
            <a:br>
              <a:rPr lang="da-DK" sz="9600"/>
            </a:br>
            <a:endParaRPr lang="da-DK" sz="4800"/>
          </a:p>
        </p:txBody>
      </p:sp>
    </p:spTree>
    <p:extLst>
      <p:ext uri="{BB962C8B-B14F-4D97-AF65-F5344CB8AC3E}">
        <p14:creationId xmlns:p14="http://schemas.microsoft.com/office/powerpoint/2010/main" val="1201956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frundet rektangel 8"/>
          <p:cNvSpPr/>
          <p:nvPr/>
        </p:nvSpPr>
        <p:spPr>
          <a:xfrm>
            <a:off x="912813" y="1666239"/>
            <a:ext cx="2255520" cy="3362959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Character</a:t>
            </a:r>
          </a:p>
          <a:p>
            <a:r>
              <a:rPr lang="da-DK"/>
              <a:t>  </a:t>
            </a:r>
            <a:r>
              <a:rPr lang="da-DK">
                <a:solidFill>
                  <a:srgbClr val="FFFF00"/>
                </a:solidFill>
              </a:rPr>
              <a:t>PK: </a:t>
            </a:r>
            <a:r>
              <a:rPr lang="da-DK"/>
              <a:t>Id</a:t>
            </a:r>
          </a:p>
          <a:p>
            <a:r>
              <a:rPr lang="da-DK"/>
              <a:t>  Name</a:t>
            </a:r>
          </a:p>
          <a:p>
            <a:r>
              <a:rPr lang="da-DK"/>
              <a:t>  Race</a:t>
            </a:r>
          </a:p>
          <a:p>
            <a:r>
              <a:rPr lang="da-DK"/>
              <a:t>  Role</a:t>
            </a:r>
          </a:p>
          <a:p>
            <a:r>
              <a:rPr lang="da-DK"/>
              <a:t>  HealthPoints</a:t>
            </a:r>
          </a:p>
          <a:p>
            <a:r>
              <a:rPr lang="da-DK"/>
              <a:t>  </a:t>
            </a:r>
            <a:r>
              <a:rPr lang="da-DK">
                <a:solidFill>
                  <a:srgbClr val="FFC000"/>
                </a:solidFill>
              </a:rPr>
              <a:t>FK: </a:t>
            </a:r>
            <a:r>
              <a:rPr lang="da-DK"/>
              <a:t>WeaponLeft</a:t>
            </a:r>
          </a:p>
          <a:p>
            <a:r>
              <a:rPr lang="da-DK"/>
              <a:t>  </a:t>
            </a:r>
            <a:r>
              <a:rPr lang="da-DK">
                <a:solidFill>
                  <a:srgbClr val="FFC000"/>
                </a:solidFill>
              </a:rPr>
              <a:t>FK:</a:t>
            </a:r>
            <a:r>
              <a:rPr lang="da-DK"/>
              <a:t> WeaponRight</a:t>
            </a:r>
          </a:p>
        </p:txBody>
      </p:sp>
      <p:sp>
        <p:nvSpPr>
          <p:cNvPr id="10" name="Afrundet rektangel 9"/>
          <p:cNvSpPr/>
          <p:nvPr/>
        </p:nvSpPr>
        <p:spPr>
          <a:xfrm>
            <a:off x="7751129" y="1673012"/>
            <a:ext cx="2255520" cy="3356187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Weapon</a:t>
            </a:r>
          </a:p>
          <a:p>
            <a:r>
              <a:rPr lang="da-DK"/>
              <a:t> </a:t>
            </a:r>
            <a:r>
              <a:rPr lang="da-DK">
                <a:solidFill>
                  <a:srgbClr val="FFFF00"/>
                </a:solidFill>
              </a:rPr>
              <a:t>PK: </a:t>
            </a:r>
            <a:r>
              <a:rPr lang="da-DK"/>
              <a:t>Id</a:t>
            </a:r>
          </a:p>
          <a:p>
            <a:r>
              <a:rPr lang="da-DK"/>
              <a:t>  Name</a:t>
            </a:r>
          </a:p>
          <a:p>
            <a:r>
              <a:rPr lang="da-DK"/>
              <a:t>  Type</a:t>
            </a:r>
          </a:p>
          <a:p>
            <a:r>
              <a:rPr lang="da-DK"/>
              <a:t>  JewelSockets</a:t>
            </a:r>
          </a:p>
          <a:p>
            <a:r>
              <a:rPr lang="da-DK"/>
              <a:t>  MinDamage</a:t>
            </a:r>
          </a:p>
          <a:p>
            <a:r>
              <a:rPr lang="da-DK"/>
              <a:t>  MaxDamage</a:t>
            </a:r>
          </a:p>
          <a:p>
            <a:r>
              <a:rPr lang="da-DK"/>
              <a:t>  Rarity</a:t>
            </a:r>
          </a:p>
          <a:p>
            <a:r>
              <a:rPr lang="da-DK"/>
              <a:t>  ItemLevel</a:t>
            </a:r>
          </a:p>
          <a:p>
            <a:r>
              <a:rPr lang="da-DK"/>
              <a:t>  TwoHanded</a:t>
            </a:r>
          </a:p>
        </p:txBody>
      </p:sp>
      <p:sp>
        <p:nvSpPr>
          <p:cNvPr id="11" name="Afrundet rektangel 10"/>
          <p:cNvSpPr/>
          <p:nvPr/>
        </p:nvSpPr>
        <p:spPr>
          <a:xfrm>
            <a:off x="4177553" y="1666240"/>
            <a:ext cx="2662518" cy="3362958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WeaponsOwned</a:t>
            </a:r>
          </a:p>
          <a:p>
            <a:r>
              <a:rPr lang="da-DK"/>
              <a:t> </a:t>
            </a:r>
            <a:r>
              <a:rPr lang="da-DK">
                <a:solidFill>
                  <a:srgbClr val="FFC000"/>
                </a:solidFill>
              </a:rPr>
              <a:t>FK: </a:t>
            </a:r>
            <a:r>
              <a:rPr lang="da-DK"/>
              <a:t>CharacterId</a:t>
            </a:r>
          </a:p>
          <a:p>
            <a:r>
              <a:rPr lang="da-DK"/>
              <a:t> </a:t>
            </a:r>
            <a:r>
              <a:rPr lang="da-DK">
                <a:solidFill>
                  <a:srgbClr val="FFC000"/>
                </a:solidFill>
              </a:rPr>
              <a:t>FK: </a:t>
            </a:r>
            <a:r>
              <a:rPr lang="da-DK"/>
              <a:t>WeaponId</a:t>
            </a:r>
          </a:p>
        </p:txBody>
      </p:sp>
    </p:spTree>
    <p:extLst>
      <p:ext uri="{BB962C8B-B14F-4D97-AF65-F5344CB8AC3E}">
        <p14:creationId xmlns:p14="http://schemas.microsoft.com/office/powerpoint/2010/main" val="1983938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2824</TotalTime>
  <Words>54</Words>
  <Application>Microsoft Office PowerPoint</Application>
  <PresentationFormat>Widescreen</PresentationFormat>
  <Paragraphs>22</Paragraphs>
  <Slides>2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Office-tema</vt:lpstr>
      <vt:lpstr>GameDB  </vt:lpstr>
      <vt:lpstr>PowerPoint-præsentation</vt:lpstr>
    </vt:vector>
  </TitlesOfParts>
  <Company>Køge Handelsskole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Per Laursen</dc:creator>
  <cp:lastModifiedBy>Per Storgård Laursen</cp:lastModifiedBy>
  <cp:revision>168</cp:revision>
  <dcterms:created xsi:type="dcterms:W3CDTF">2017-09-05T14:00:27Z</dcterms:created>
  <dcterms:modified xsi:type="dcterms:W3CDTF">2025-03-06T12:07:34Z</dcterms:modified>
</cp:coreProperties>
</file>